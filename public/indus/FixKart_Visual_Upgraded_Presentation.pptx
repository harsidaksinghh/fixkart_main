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FixKart Mobile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BD5E1"/>
                </a:solidFill>
              </a:defRPr>
            </a:pPr>
            <a:r>
              <a:t>Visual Functionality &amp; Workflow Overview • Feb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Platform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Core Vision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3200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Single multi-role B2B mobile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828800"/>
            <a:ext cx="3200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Customer, Vendor, Admin, Salesman portals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828800"/>
            <a:ext cx="3200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Workflow-driven operations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206240"/>
            <a:ext cx="3200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AI-assisted listings &amp; automation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206240"/>
            <a:ext cx="3200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Approval-first governance 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4206240"/>
            <a:ext cx="3200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Data-driven dashboards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Customer Experience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Customer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3200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Category browsing &amp; filters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828800"/>
            <a:ext cx="3200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Detailed product pages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828800"/>
            <a:ext cx="3200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Cart + smart checkout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206240"/>
            <a:ext cx="3200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Order lifecycle tracking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206240"/>
            <a:ext cx="3200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Support &amp; refunds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4206240"/>
            <a:ext cx="3200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Trust-driven UI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Customer Purchase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2011680" cy="13716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Browse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2286000"/>
            <a:ext cx="2011680" cy="13716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View Product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2286000"/>
            <a:ext cx="2011680" cy="13716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Add to Cart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286000"/>
            <a:ext cx="2011680" cy="13716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Checkout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0" y="2286000"/>
            <a:ext cx="2011680" cy="13716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Track Order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Vendor Experience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Vendor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3200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Document-based onboarding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828800"/>
            <a:ext cx="3200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AI-assisted listings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828800"/>
            <a:ext cx="3200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Bulk upload via OCR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206240"/>
            <a:ext cx="3200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Inventory monitoring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206240"/>
            <a:ext cx="3200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Order operations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4206240"/>
            <a:ext cx="3200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Sales team module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Vendor Listing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2011680" cy="13716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Upload Images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2286000"/>
            <a:ext cx="2011680" cy="13716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AI Extract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2286000"/>
            <a:ext cx="2011680" cy="13716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Edit Details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286000"/>
            <a:ext cx="2011680" cy="13716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Submit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0" y="2286000"/>
            <a:ext cx="2011680" cy="13716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Admin Review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Admin Controls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Admin Powers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3200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Vendor approvals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828800"/>
            <a:ext cx="3200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Inventory moderation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828800"/>
            <a:ext cx="3200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Bulk approvals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206240"/>
            <a:ext cx="3200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Order issue handling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206240"/>
            <a:ext cx="3200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Governance workflows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4206240"/>
            <a:ext cx="3200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Operational KPIs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Platform Strengths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Key Highlights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3200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Multi-portal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828800"/>
            <a:ext cx="3200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AI + human review loop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828800"/>
            <a:ext cx="3200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Scalable mobile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206240"/>
            <a:ext cx="3200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Trust-first workflows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206240"/>
            <a:ext cx="3200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Operational readiness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4206240"/>
            <a:ext cx="3200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Expansion ready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Executive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3200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End-to-end B2B workflow ready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828800"/>
            <a:ext cx="3200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AI accelerated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828800"/>
            <a:ext cx="3200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Strong governance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206240"/>
            <a:ext cx="3200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Scalable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206240"/>
            <a:ext cx="3200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Investor/demo ready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4206240"/>
            <a:ext cx="3200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Built for growth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